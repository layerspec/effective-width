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25"/>
    <p:sldId id="275" r:id="rId26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微軟正黑體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微軟正黑體"/>
              </a:rPr>
              <a:t>Garg 等人 2019：先升後崩（駝峰）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Garg 2019</c:v>
                </c:pt>
              </c:strCache>
            </c:strRef>
          </c:tx>
          <c:spPr>
            <a:solidFill>
              <a:srgbClr val="B03A2E"/>
            </a:solidFill>
            <a:ln w="31750" cap="flat">
              <a:solidFill>
                <a:srgbClr val="B03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03A2E"/>
              </a:solidFill>
              <a:ln w="9525" cap="flat">
                <a:solidFill>
                  <a:srgbClr val="B03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0.45</c:v>
                </c:pt>
                <c:pt idx="2">
                  <c:v>0.7</c:v>
                </c:pt>
                <c:pt idx="3">
                  <c:v>0.85</c:v>
                </c:pt>
                <c:pt idx="4">
                  <c:v>0.9</c:v>
                </c:pt>
                <c:pt idx="5">
                  <c:v>0.9</c:v>
                </c:pt>
                <c:pt idx="6">
                  <c:v>0.85</c:v>
                </c:pt>
                <c:pt idx="7">
                  <c:v>0.6</c:v>
                </c:pt>
                <c:pt idx="8">
                  <c:v>0.3</c:v>
                </c:pt>
                <c:pt idx="9">
                  <c:v>0.15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層數（淺 → 深）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寬度使用率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微軟正黑體"/>
              </a:defRPr>
            </a:pPr>
            <a:r>
              <a:rPr sz="1200" b="0" i="0" u="none" strike="noStrike">
                <a:solidFill>
                  <a:srgbClr val="333333"/>
                </a:solidFill>
                <a:latin typeface="微軟正黑體"/>
              </a:rPr>
              <a:t>Elmoznino &amp; Bonner 2024：一路上升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Elmoznino 2024</c:v>
                </c:pt>
              </c:strCache>
            </c:strRef>
          </c:tx>
          <c:spPr>
            <a:solidFill>
              <a:srgbClr val="2E7D32"/>
            </a:solidFill>
            <a:ln w="31750" cap="flat">
              <a:solidFill>
                <a:srgbClr val="2E7D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</c:v>
                </c:pt>
                <c:pt idx="1">
                  <c:v>0.15</c:v>
                </c:pt>
                <c:pt idx="2">
                  <c:v>0.22</c:v>
                </c:pt>
                <c:pt idx="3">
                  <c:v>0.28</c:v>
                </c:pt>
                <c:pt idx="4">
                  <c:v>0.35</c:v>
                </c:pt>
                <c:pt idx="5">
                  <c:v>0.42</c:v>
                </c:pt>
                <c:pt idx="6">
                  <c:v>0.48</c:v>
                </c:pt>
                <c:pt idx="7">
                  <c:v>0.55</c:v>
                </c:pt>
                <c:pt idx="8">
                  <c:v>0.62</c:v>
                </c:pt>
                <c:pt idx="9">
                  <c:v>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層數（淺 → 深）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寬度使用率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除以名目寬度 C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0.23</c:v>
                </c:pt>
                <c:pt idx="1">
                  <c:v>0.34</c:v>
                </c:pt>
                <c:pt idx="2">
                  <c:v>0.4</c:v>
                </c:pt>
                <c:pt idx="3">
                  <c:v>0.37</c:v>
                </c:pt>
                <c:pt idx="4">
                  <c:v>0.11</c:v>
                </c:pt>
                <c:pt idx="5">
                  <c:v>0.13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除以可達秩 r_max</c:v>
                </c:pt>
              </c:strCache>
            </c:strRef>
          </c:tx>
          <c:spPr>
            <a:solidFill>
              <a:srgbClr val="1F5C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64</c:v>
                  </c:pt>
                  <c:pt idx="1">
                    <c:v>128</c:v>
                  </c:pt>
                  <c:pt idx="2">
                    <c:v>256</c:v>
                  </c:pt>
                  <c:pt idx="3">
                    <c:v>512</c:v>
                  </c:pt>
                  <c:pt idx="4">
                    <c:v>1024</c:v>
                  </c:pt>
                  <c:pt idx="5">
                    <c:v>2048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0.23</c:v>
                </c:pt>
                <c:pt idx="1">
                  <c:v>0.34</c:v>
                </c:pt>
                <c:pt idx="2">
                  <c:v>0.42</c:v>
                </c:pt>
                <c:pt idx="3">
                  <c:v>0.42</c:v>
                </c:pt>
                <c:pt idx="4">
                  <c:v>0.43</c:v>
                </c:pt>
                <c:pt idx="5">
                  <c:v>0.47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該層的通道數 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微軟正黑體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微軟正黑體"/>
                  </a:rPr>
                  <a:t>使用率（中位數）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微軟正黑體"/>
              <a:cs typeface="微軟正黑體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1325880"/>
            <a:ext cx="5486400" cy="0"/>
          </a:xfrm>
          <a:prstGeom prst="line">
            <a:avLst/>
          </a:prstGeom>
          <a:noFill/>
          <a:ln w="19050">
            <a:solidFill>
              <a:srgbClr val="1F5C9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卷積神經網路的「寬度」到底用掉了多少？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論文研究進度說明（第二次）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Much of a Convolutional Layer's Width Is Actually Used?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3154680"/>
            <a:ext cx="5486400" cy="0"/>
          </a:xfrm>
          <a:prstGeom prst="line">
            <a:avLst/>
          </a:prstGeom>
          <a:noFill/>
          <a:ln w="1905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報告人：李政崇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　綜合研究所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高壓研究室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　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115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年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9 </a:t>
            </a:r>
            <a:pPr algn="ctr"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月 10 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投稿目標：</a:t>
            </a:r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TPAMI</a:t>
            </a:r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（不投會議）；投稿同日上 arXiv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064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0241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這篇論文在問什麼？（一句話與比喻）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14721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636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5544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14813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為什麼值得做：跟台電的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AI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應用有什麼關係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68680" y="19293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0208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0116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19385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我們怎麼量、量了多少（累計）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68680" y="23865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4780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688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23957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站得住的發現：分母、池化、訓練痕跡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868680" y="28437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29352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260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28529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本週新結果：用尺定寬度再重訓、核與資料的對齊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68680" y="33009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33924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383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68680" y="33101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預先登記與負結果：哪些說法照規則判不成立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68680" y="3758184"/>
            <a:ext cx="73152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3849624"/>
            <a:ext cx="274320" cy="27432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8404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68680" y="376732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投稿門檻、下一步、成本與時程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這篇論文在問什麼？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一個影像辨識的神經網路，每一層都有固定數量的「通道」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可以想成一條公路的車道數。設計者通常直接抄現成架構，或用大量算力搜尋出來。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7498080" cy="148132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3172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9788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86600" y="1906524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048256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60020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8892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764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6636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3800" y="2080260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2221992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114300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33172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2044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9788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86600" y="2253996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5DA9E9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2395728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60020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8892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7764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6636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43800" y="2427732"/>
            <a:ext cx="384048" cy="109728"/>
          </a:xfrm>
          <a:prstGeom prst="roundRect">
            <a:avLst>
              <a:gd name="adj" fmla="val 25000"/>
            </a:avLst>
          </a:prstGeom>
          <a:solidFill>
            <a:srgbClr val="F4B942"/>
          </a:solidFill>
          <a:ln w="3175">
            <a:solidFill>
              <a:srgbClr val="22222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4400" y="2569464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914400" y="2916936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914400" y="3090672"/>
            <a:ext cx="7315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6309360" y="26609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名目寬度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C = 8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車道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我們逐層量的是：實際「在跑車」的車道有幾條（有效維度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k*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），再除以這一層「可達到的」車道數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r_max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（不是名目寬度 C）。這個比例就是「寬度使用率」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k*/r_max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，我們把它叫做「尺」。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457200" y="4096512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9651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一句話：把「每一層用掉多少寬度」量準，並知道這把尺該讀在哪個位置，是日後模型瘦身與設計寬度的前提。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為什麼值得做：跟台電有什麼關係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寬度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=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算力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= 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AI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模型要進現場設備（監測箱、邊緣裝置），每一層的通道數直接決定記憶體與運算量。用不到的寬度是白付的錢。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我們自己就在用卷積網路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局部放電（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）圖譜辨識、設備影像巡檢都是同一類模型。「該給多寬」目前靠經驗與試誤。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651760" cy="146304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瘦身之前要先會量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72200" y="14813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模型剪枝（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pruning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）現有方法都要先「給定」目標壓縮比；若能量出每層真正用掉多少，壓縮比就有依據。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這篇論文不做新模型，做的是「量尺」：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294436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把兩篇文獻互相矛盾的量測放到同一批模型、同一批層上重做，找出矛盾來自哪裡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補上文獻沒量過的架構（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ResNet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ConvNeXt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）與沒做過的對照（未訓練的同架構）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找出三個會讓量測失真的陷阱，並提出修正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這是投稿的主軸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定位：量測協定的論文，附一個可安裝的量測套件（layerspec，已上 PyPI）；成果可直接回饋到模型瘦身與邊緣部署。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背景：現在的寬度是怎麼決定的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怎麼做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抄現成架構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直接沿用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 VGG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／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ResNet 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發表時的通道數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那是別人為別的任務調的，未必適合自己的問題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自動搜尋（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NAS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）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給定算力預算，讓程式搜出一組寬度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成本可達上千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 GPU-hour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；答案是預算的函數，不是問題的函數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先做大再剪枝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訓練大模型，再依「目標壓縮比」剪掉通道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壓縮比要人先給；剪多少才對，方法本身不知道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共同點：沒有一個方法回答「這一層實際上用了多少寬度」。文獻裡問過這個問題的只有兩篇，而且答案互相矛盾。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先描述（量得準），再處方（該給多寬）。這篇做前者。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文獻的矛盾：同一個問題，兩種答案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39319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005840"/>
          <a:ext cx="39319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（示意圖，非實際數據）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57200" y="33649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兩篇用的「維度」定義不同、估計方式不同（一個逐位置取樣、一個先整張圖平均）、資料集與類別數也不同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沒有人把這些因素拆開來看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所以連「它們是否真的矛盾」都不知道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我們的答案：矛盾來自統計量（頭部加權 vs 尾部計數）、估計方式（先平均 vs 逐位置）、量測張量（block 輸出 vs 卷積輸出）與任務（10 類 vs 1000 類）各一部分；沒有一個因素單獨解釋全部。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我們怎麼量：四個步驟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餵圖片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ImageNet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驗證集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5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萬張圖片送進已訓練好的公開模型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359152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2.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記錄每一層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33472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在每個卷積層出口記下「激活值」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該層對每張圖、每個位置的輸出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43984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26864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304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3.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算主成分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18304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對各層通道做主成分分析（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PCA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），看變異集中在幾個方向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28816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11696" y="1051560"/>
            <a:ext cx="1920240" cy="17373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03136" y="11155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4. </a:t>
            </a:r>
            <a:pPr indent="0" marL="0">
              <a:buNone/>
            </a:pPr>
            <a:r>
              <a:rPr lang="en-US" sz="14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除以可達秩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03136" y="1481328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達到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τ=95% 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 99.9% 變異需要的成分數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k*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，除以該層可達到的秩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r_max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，得到使用率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k*/r_max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三個紀律，文獻沒做過：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32918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同一個架構、未訓練（隨機初始化）多個種子也量一次：分開「學到的結構」和「架構本身就有的結構」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每一層同時用兩種估計方式（逐位置取樣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vs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整張圖先平均）：直接檢驗文獻矛盾是不是估計方式造成的</a:t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樣本數紀律：樣本數不到通道數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50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倍的層一律不報告；門檻有理論依據（一階偏差 ≤ 殘差的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4%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累計量測：規模與成本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 組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公開的 ImageNet 權重，11 個卷積家族＋ViT-B/16；含 6 個不同配方的 ResNet-50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6032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703 </a:t>
            </a:r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65176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通過樣本數門檻的卷積層，每層都有完整特徵值頻譜，全部存在 git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75 </a:t>
            </a:r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75488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自己從頭訓練的網路（CIFAR-10／100）：受控 block 實驗、正交正則化、用尺定寬度重訓，每組 3 種子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66560" y="1051560"/>
            <a:ext cx="192024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11247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US$ 25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租用雲端 GPU 至今的總花費（不購置硬體）；本週一趟 4090 六小時約 US$3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量測管線已包裝成套件 layerspec 0.2（PyPI），46 個單元測試；論文每個數字可由腳本重算</a:t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分析計畫在看到資料之前先寫好（預先登記 §9.1–9.11），每次偏離留紀錄；本週三個負結果照規則寫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兩台機器並行：Mac 跑量測與分解，雲端 GPU 只在訓練時開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量測近乎免費；成本在分析、寫作與誠實地判定，不在算力。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ResNet-50 六個訓練配方的逐層使用率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pic>
        <p:nvPicPr>
          <p:cNvPr id="6" name="Image 1" descr="/Users/ccli/Downloads/effective-width-claude/results/figures/fig1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87552"/>
            <a:ext cx="4160520" cy="273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6320" y="10058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橫軸：層的深度；縱軸：k*(0.95)/r_max</a:t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84632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六條曲線是同一個架構、六種不同訓練配方（torchvision 兩版、A1、A3、GluonCV、半監督預訓練）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配方之間兩兩相關 ρ 0.79–0.92：剖面是可重現的性質，不是單一組權重的巧合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但與隨機初始化的相關只有 −0.08：ImageNet ResNet-50 的層排序是「學」出來的，這一點在 CIFAR 受控實驗中沒有重現（第 12 頁）</a:t>
            </a:r>
            <a:endParaRPr lang="en-US" sz="120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有了誤差棒之後，第一輪對「曲線形狀」的解讀改以「水準與排序」重新陳述。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發現一：分母的陷阱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0584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10058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ResNet-50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看起來特別低，因為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20/53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層是「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1×1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擴張層」：輸入只有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C/4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個通道，輸出卻有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C </a:t>
            </a:r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個。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46320" y="169164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線性代數上，這種層的輸出秩最多只能到輸入通道數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使用率上限就是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0.25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，跟網路學到什麼無關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拿名目寬度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C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當分母，等於責怪一條四線道公路「為什麼沒跑滿八線」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改用該層「可達到的秩」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r_max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當分母：最寬的兩群層從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0.11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0.13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回到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0.43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、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0.47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，整條曲線變平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 組權重、有 1×1 擴張的 14 個模型：用 C 全部 p&lt;0.01（看似兩群），用 r_max 全部 p&gt;0.01（差異消失）；上界 1/6、1/4、1/2 三種擴張比都成立；全部 703 層 k*/r_max 最大 0.987，沒有一層超過 1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文獻查證：上界本身已知（Kim 2018、Han 2021），「當量測分母」是我們的；論文寫成「文獻忽略了一個已知上界」。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發現二：「先平均再量」會一致地把數字壓低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文獻裡數字偏低的那一篇（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Elmoznino &amp; Bonner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）是把整張圖的特徵先平均成一個點再量；我們兩種方式在同一層上並排算：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687 / 703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dense 卷積層：先平均的估計值比逐位置取樣低；16 個例外有 15 個是 C=32 的整數平手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79 / 80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4290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depthwise 層同樣成立（兩類層分開統計，不混在一條曲線上）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2468880" cy="114300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8562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6666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2.2 倍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0936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下降幅度除以該曲線自身的相鄰層抖動，19 個模型的中位；18 個 &gt;1，只有 DenseNet-121 是 0.5</a:t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平均把空間變異抹掉，整條曲線往下平移；排序不變（ρ(depth, 差) 三個架構都不顯著）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統計量換成 PR、erank 計數幾乎不變（669／688 of 703）：這條主張不依賴統計量的選擇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文獻新穎性已查：沒有人在同一批層上並排算過這兩種估計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文獻比較必須先對齊「估計方式」，否則比的是估計方式，不是網路。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發現三：訓練確實留下可量的痕跡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同一個架構、未經訓練的版本本身就有一條曲線。訓練後跟它不同嗎？不同的是「水準」還是「排序」？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737360"/>
          <a:ext cx="6400800" cy="123444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架構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訓練後較高的層數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配對檢定</a:t>
                      </a:r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ResNet-50（六配方 vs 五個隨機種子）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45–50 / 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 ≤ 4×10⁻⁸（六配方全部）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ConvNeXt-T dense / depthwise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4/4 與 13/18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 = 0.06 / 0.21（拆開後 depthwise 不顯著）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CIFAR-10 受控實驗（basic / bottleneck / MobileNetV2）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排序相關 T–R 0.55 / 0.50 / 0.44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block 類型不是原因（H9.1 不成立）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plain／basic／dense 家族：層的排序由架構決定，訓練只抬高水準；ImageNet 的 ResNet-50 例外：排序是學出來的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但同一配方在 CIFAR-10 上，bottleneck 跟 basic 一樣保留初始排序：重排的原因是「資料集或 ImageNet 配方」，不是 block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2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訓練軌跡（4 種架構）：剖面在準確率定型之前就先定型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全部用逐層配對檢定、用全部通過門檻的層；ConvNeXt 舊的 p=6.3×10⁻⁴ 混了兩類層，已撤回。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預先登記與負結果：哪些說法照規則判不成立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每個實驗在看到資料之前先寫下預測與判定規則（analysis-plan §9），資料進來後照字面判；本週三個負結果與一個符號錯誤都如實寫進論文。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block 類型不是原因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H9.1：CIFAR-10 同配方下 bottleneck 的排序保留度（0.50）跟 basic（0.55）一樣；ImageNet ResNet-50 的重排歸因改為「資料集或配方」。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正交懲罰只實現一半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P9.3：SO／SRIP 只實現反事實預測增益的 0.24–0.50，因為核仍遠非等距（erank 0.84）；但逐層排序命中 ρ 0.7–0.9（P9.4 以排序形式成立）。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逐層配置不比均勻縮好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P9.7：CIFAR-10 八對贏、一對恰好平手（同答對 9,337 張）；P9.15：CIFAR-100 反而全輸。兩個資料集都判不成立，論文不寫「逐層必要」。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對齊指標符號反了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0060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P9.10／9.11 登記為負號與下降；資料是正號與上升（0/48 vs 43/48）。照字面不成立，反向以 post hoc 報。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寧可自己先否掉，也不要被審稿人否掉；負結果的價值是把主張修到剛好站得住。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橫向對比：這把尺跟文獻的估計量比起來如何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沒有演算法的論文，「SOTA 對比」的等價物是：同一批 894 層、同一批影像上，尺對文獻現行的秩估計量。看層排序是否一致（Spearman ρ 對 k*(0.999)/r_max，21 組權重的中位）。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176272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265176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估計量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水準 (÷r_max)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與尺的排序一致性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六配方穩定性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participation ratio（PR）及其小樣本校正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0.15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0.41（VGG-16 為 −0.52）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0.73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rank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0.30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0.63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0.70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RankMe（Garrido 2023）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0.94～0.99（17/18 組 ≥0.8）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0.82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α-ReQ 冪律斜率（Agrawal 2022）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（斜率 2.58）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−0.66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0.97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 跟尺不是同一排序（VGG-16 甚至反向）；RankMe 是；α 跨配方最穩但不是計數。§V-G 原句「統計量不影響排序」已撤回。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論文的承重主張與現況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每一條都是逐層配對檢定、全部通過門檻的層；狀態依預先登記的規則判。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承重主張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證據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①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分母要用可達秩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 r_max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14 個有 1×1 擴張的模型：用 C 全 p&lt;0.01，用 r_max 全 p&gt;0.01；703 層無一超過上界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強烈倖存（預登記）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②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全域平均池化一致壓低水準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687/703 dense、79/80 depthwise；下降 ÷ 自身抖動中位 2.2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強烈倖存（預登記）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③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卷積輸出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 vs block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輸出不可比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161/161 個 bottleneck 的 block 輸出超過 conv 上界，倍數 ≈ 擴張比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強烈倖存（探索性）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④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訓練後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 xml:space="preserve"> ≠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隨機初始化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ResNet-50 六配方全 p ≤ 4×10⁻⁸；ConvNeXt 拆開後只有 dense 顯著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ResNet-50 倖存、ConvNeXt 降級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⑤ 尺定寬可重訓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讀在 ReLU 後：CIFAR-10 三分之二參數零損失；τ=0.95 掉 2–6 點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倖存（預登記）；讀在卷積輸出：一成一敗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⑥ 訓練把核對準資料主成分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43/48 個網路 ρ_align&gt;0、隨機 ≈ 0、隨訓練上升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post hoc（登記符號反）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⑦ 理論：命題 1–6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Ostrowski 夾擠、壓縮、深度遞迴、截斷一階效應、閘門偏差；逐層驗證 464–465/465；附錄有極端情況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已證、已驗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9776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標題與 §I 的拔高（B12）等 ImageNet 重訓結果後定稿。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下一步、成本與時程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03120"/>
                <a:gridCol w="13716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目的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成本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A18-ImageNet：ResNet-18 從頭訓練，全寬／ReLU 後尺定寬／均勻縮各 2 種子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關掉「只有 CIFAR」的批評；預先登記 P9.29–9.30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US$70–90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，約 4–5 天 pod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作者已核准，9/11 寫腳本、9/12 開跑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A20 表示層面診斷：逐層 CKA、線性探針遷移、對齊 vs 定型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把「必要／充分寬度」搬到表示本身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Mac 兩天，US$0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已預登記 §9.9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A21 分布偏移：CIFAR-10-C、ImageNet-C／V2 的剖面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尺的讀數在偏移影像上穩不穩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US$1＋Mac 一天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已預登記 §9.10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B7 頁數：主文 27 頁壓到 16 頁＋補充材料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審稿人第一眼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ImageNet 結果後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B11／B12：失效案例一節、§I 拔高、標題與摘要定稿</a:t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普適價值而非修正一篇文獻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B1／W2 兩位獨立審稿代理審計、一句話貢獻測試、英文潤稿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投稿前最後關卡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最後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A17 ImageNet 三架構歸因（US$250–350）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回答 ResNet-50 為何重排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暫緩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審稿人問了再以縮減版（US$120–150）回應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38404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現有預算下的天花板：一輪不被拒（至少 major revision）機率約 68–70%；今天約 60%。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投稿規劃與風險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4023360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投稿目標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TPAMI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（單盲）；投稿同日上 arXiv、repo 公開、release tag；不投會議。目標是「至少拿到 revision」，不是一次過。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128016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目前完成度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800600" y="1481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門檻清單完成約 70%。論文 27 頁、6 個命題、22 組權測、75 個從頭訓練網路、套件已上 PyPI。待：ImageNet 重訓、表示診斷、頁數壓縮、兩輪審計。</a:t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風險與因應：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 xml:space="preserve">審稿人說 toy-scale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A18-ImageNet（US$90）；歸因問題留 A17 縮減版到修訂階段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機制（對齊）是 post hoc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論文明寫登記符號反了；第二篇再以理論補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ViT 只有一個 checkpoint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免費多量 4–6 個</a:t>
            </a:r>
            <a:endParaRPr lang="en-US" sz="11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第二篇（事前寬度判準）不併入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 xml:space="preserve"> → 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處方性主張會把剪枝對比的標準套到整篇；只把能證的推論放進 §V-L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不寫任何一句撐不過自己敵意審查的話。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結語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問題：卷積網路每一層的寬度到底用掉多少？又該讀在哪個位置才能拿來設計？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做了：22 組 ImageNet 權重、75 個從頭訓練網路、6 個命題、一個可安裝的套件；累計 GPU 花費 US$25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站得住：分母、池化、量測張量、訓練痕跡；尺讀在 ReLU 後可重訓；訓練把核對準資料主成分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誠實：三個負結果與一個符號錯誤照預先登記寫進論文</a:t>
            </a:r>
            <a:endParaRPr lang="en-US" sz="1450" dirty="0"/>
          </a:p>
          <a:p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下一步：US$90 把重訓推到 ImageNet，兩週內；之後壓頁數、審計、投稿並同日上 arXiv</a:t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謝謝指教。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本週結果一：照尺讀出的寬度從頭重訓，準確率保得住嗎？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CIFAR-10／100 VGG-16，每臂 3 種子、同配方。寬度由訓練好的全寬網路在訓練影像上量得，重新從頭訓練（預先登記 §9.5／9.7／9.8）。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6400800" cy="1316736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64592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臂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參數比例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CIFAR-10 準確率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CIFAR-100 準確率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/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/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9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93.77 ± 0.05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73.23 ± 0.10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尺定寬（讀在卷積輸出）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34.5% / 87%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93.55 ± 0.16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72.64 ± 0.20（掉 0.59）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均勻縮窄（同參數）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93.20 ±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73.24 ± 0.32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尺定寬 τ=0.95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4% / 13%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91.62 ± 0.29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67.42 ± 0.40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尺定寬（讀在 ReLU 之後）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67% / 99%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93.84 ± 0.04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73.49 ± 0.29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5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0175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讀在卷積輸出：CIFAR-10 三分之一參數不掉分（P9.6 成立），CIFAR-100 掉 0.59 且輸給均勻縮（P9.14／9.15 不成立）</a:t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00" dirty="0"/>
          </a:p>
          <a:p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為什麼：尺量的是「這層產出的秩」，但下一層吃的是 ReLU 之後的張量，ReLU 把第一層的秩從 14 抬到 47；縮到 14 等於砍掉下一層的輸入</a:t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00" dirty="0"/>
          </a:p>
          <a:p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讀在 ReLU 之後（下一層消費的張量）：三分之二參數、零損失，三個種子全部高於卷積版（P9.17／9.18 成立，登記後才跑）</a:t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marL="152400" indent="-1524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尺讀在卷積輸出是「必要寬度」；讀在 ReLU 後才是「設計寬度」。τ=0.95 在兩個資料集都掉 2–6 點：它不是用到的寬度。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cli/Downloads/icml-claude/背景圖片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0" y="4389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本週結果二：訓練把卷積核對準了資料的主成分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886968"/>
            <a:ext cx="1097280" cy="0"/>
          </a:xfrm>
          <a:prstGeom prst="line">
            <a:avLst/>
          </a:prstGeom>
          <a:noFill/>
          <a:ln w="38100">
            <a:solidFill>
              <a:srgbClr val="1F5C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分解恆等式 Σ_out = W Σ_patch Wᵀ 把每層的寬度拆成「核」與「資料」兩個因子。我們定義對齊指標 ρ_align：核的增益大的方向，是否正是輸入變異大的方向。44 個 ImageNet 分解＋153 個訓練中途的 checkpoint。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隨機初始化 ≈ 0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組隨機初始化，|ρ_align| 中位全部 &lt; 0.1：對齊不是架構自帶的。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8288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訓練後強烈為正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22128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 組 ImageNet 權重的中位 +0.91，六個 ResNet-50 配方 +0.86～+0.95；符號檢定 p&lt;0.01 在 48 個訓練網路中的 43 個。例外是 inverted residual 家族（+0.11～+0.61），正是沒有共同剖面的那一群。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沿訓練單調上升</a:t>
            </a:r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條 CIFAR 軌跡：對齊在 epoch 7–15 就到最終值的 90%，早於剖面定型；正交懲罰（SO）不改變它。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/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/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4023360" cy="1097280"/>
          </a:xfrm>
          <a:prstGeom prst="rect">
            <a:avLst/>
          </a:prstGeom>
          <a:solidFill>
            <a:srgbClr val="EEF4FB"/>
          </a:solidFill>
          <a:ln w="9525">
            <a:solidFill>
              <a:srgbClr val="C5D8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99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老實說：登記的符號反了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00600" y="34015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預先登記寫的是「壓縮式、ρ_align&lt;0」，理由推反了：讓輸出譜變陡的是放大主成分，不是壓制。照規則判「不成立」，反向結果以 post hoc 標示、統計全報，不進摘要。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1148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這是目前唯一的機制陳述：訓練後的核是輸入主成分的匹配濾波器，所以量到的寬度低於等距反事實。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2026-09-03T05:52:00Z</dcterms:created>
  <dcterms:modified xsi:type="dcterms:W3CDTF">2026-09-03T05:52:00Z</dcterms:modified>
</cp:coreProperties>
</file>